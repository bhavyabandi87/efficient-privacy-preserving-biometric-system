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2/9/2025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233806-32D2-88D6-06C7-66628217D6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2343" y="533400"/>
            <a:ext cx="9630680" cy="3462867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Arial Rounded MT Bold" panose="020F0704030504030204" pitchFamily="34" charset="0"/>
              </a:rPr>
              <a:t>AN EFFICIENT AND PRIVACY-PRESERVING BIOMETRIC MECHANISM IN CLOUD COMPUTING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7AD5D7-4EA9-307B-0F57-2F6C4E5E8C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2589590"/>
          </a:xfrm>
        </p:spPr>
        <p:txBody>
          <a:bodyPr>
            <a:normAutofit/>
          </a:bodyPr>
          <a:lstStyle/>
          <a:p>
            <a:r>
              <a:rPr lang="en-US" dirty="0" err="1">
                <a:latin typeface="Bookman Old Style" panose="02050604050505020204" pitchFamily="18" charset="0"/>
              </a:rPr>
              <a:t>M.Sai</a:t>
            </a:r>
            <a:r>
              <a:rPr lang="en-US" dirty="0">
                <a:latin typeface="Bookman Old Style" panose="02050604050505020204" pitchFamily="18" charset="0"/>
              </a:rPr>
              <a:t> Tanuja</a:t>
            </a:r>
          </a:p>
          <a:p>
            <a:r>
              <a:rPr lang="en-US" dirty="0" err="1">
                <a:latin typeface="Bookman Old Style" panose="02050604050505020204" pitchFamily="18" charset="0"/>
              </a:rPr>
              <a:t>k.Sasi</a:t>
            </a:r>
            <a:r>
              <a:rPr lang="en-US" dirty="0">
                <a:latin typeface="Bookman Old Style" panose="02050604050505020204" pitchFamily="18" charset="0"/>
              </a:rPr>
              <a:t> </a:t>
            </a:r>
            <a:r>
              <a:rPr lang="en-US" dirty="0" err="1">
                <a:latin typeface="Bookman Old Style" panose="02050604050505020204" pitchFamily="18" charset="0"/>
              </a:rPr>
              <a:t>bindu</a:t>
            </a:r>
            <a:endParaRPr lang="en-US" dirty="0">
              <a:latin typeface="Bookman Old Style" panose="02050604050505020204" pitchFamily="18" charset="0"/>
            </a:endParaRPr>
          </a:p>
          <a:p>
            <a:r>
              <a:rPr lang="en-US" dirty="0" err="1">
                <a:latin typeface="Bookman Old Style" panose="02050604050505020204" pitchFamily="18" charset="0"/>
              </a:rPr>
              <a:t>K.Malleswari</a:t>
            </a:r>
            <a:endParaRPr lang="en-US" dirty="0">
              <a:latin typeface="Bookman Old Style" panose="02050604050505020204" pitchFamily="18" charset="0"/>
            </a:endParaRPr>
          </a:p>
          <a:p>
            <a:r>
              <a:rPr lang="en-US" dirty="0" err="1">
                <a:latin typeface="Bookman Old Style" panose="02050604050505020204" pitchFamily="18" charset="0"/>
              </a:rPr>
              <a:t>P.Naga</a:t>
            </a:r>
            <a:r>
              <a:rPr lang="en-US" dirty="0">
                <a:latin typeface="Bookman Old Style" panose="02050604050505020204" pitchFamily="18" charset="0"/>
              </a:rPr>
              <a:t> </a:t>
            </a:r>
            <a:r>
              <a:rPr lang="en-US" dirty="0" err="1">
                <a:latin typeface="Bookman Old Style" panose="02050604050505020204" pitchFamily="18" charset="0"/>
              </a:rPr>
              <a:t>durga</a:t>
            </a:r>
            <a:endParaRPr lang="en-US" dirty="0">
              <a:latin typeface="Bookman Old Style" panose="02050604050505020204" pitchFamily="18" charset="0"/>
            </a:endParaRPr>
          </a:p>
          <a:p>
            <a:r>
              <a:rPr lang="en-US" dirty="0" err="1">
                <a:latin typeface="Bookman Old Style" panose="02050604050505020204" pitchFamily="18" charset="0"/>
              </a:rPr>
              <a:t>K.Sri</a:t>
            </a:r>
            <a:r>
              <a:rPr lang="en-US" dirty="0">
                <a:latin typeface="Bookman Old Style" panose="02050604050505020204" pitchFamily="18" charset="0"/>
              </a:rPr>
              <a:t>  </a:t>
            </a:r>
            <a:r>
              <a:rPr lang="en-US" dirty="0" err="1">
                <a:latin typeface="Bookman Old Style" panose="02050604050505020204" pitchFamily="18" charset="0"/>
              </a:rPr>
              <a:t>latha</a:t>
            </a:r>
            <a:endParaRPr lang="en-US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44787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40EEB-1EE9-36F1-E23C-F38CB36FDE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2" y="195944"/>
            <a:ext cx="4023860" cy="1458685"/>
          </a:xfrm>
        </p:spPr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Introduction:</a:t>
            </a:r>
            <a:br>
              <a:rPr lang="en-US" dirty="0">
                <a:latin typeface="Algerian" panose="04020705040A02060702" pitchFamily="82" charset="0"/>
              </a:rPr>
            </a:br>
            <a:endParaRPr lang="en-US" dirty="0">
              <a:latin typeface="Algerian" panose="04020705040A02060702" pitchFamily="82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2775CC9-7DEF-6DA6-A9B9-F1B9A9F095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37657" y="1230085"/>
            <a:ext cx="8770031" cy="480060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2823294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DEDAD-7329-2948-97B7-4AA9CFA329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169" y="-827314"/>
            <a:ext cx="5493432" cy="2438399"/>
          </a:xfrm>
        </p:spPr>
        <p:txBody>
          <a:bodyPr/>
          <a:lstStyle/>
          <a:p>
            <a:r>
              <a:rPr lang="en-US" dirty="0">
                <a:latin typeface="Berlin Sans FB Demi" panose="020E0802020502020306" pitchFamily="34" charset="0"/>
              </a:rPr>
              <a:t>Abstraction: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AB34B1-441C-E345-5D36-786B38B2C6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4939" y="979713"/>
            <a:ext cx="10018713" cy="5138058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Aptos Display" panose="020B0004020202020204" pitchFamily="34" charset="0"/>
              </a:rPr>
              <a:t>Biometric identification has become increasingly popular in recent years. We propose an efficient and privacy preserving outsourcing scheme.</a:t>
            </a:r>
          </a:p>
          <a:p>
            <a:r>
              <a:rPr lang="en-US" sz="3200" dirty="0">
                <a:latin typeface="Aptos Display" panose="020B0004020202020204" pitchFamily="34" charset="0"/>
              </a:rPr>
              <a:t>To execute biometric identification the data base owner encrypts the query data and submits it to the cloud.</a:t>
            </a:r>
          </a:p>
          <a:p>
            <a:r>
              <a:rPr lang="en-US" sz="3200" dirty="0">
                <a:latin typeface="Aptos Display" panose="020B0004020202020204" pitchFamily="34" charset="0"/>
              </a:rPr>
              <a:t>The cloud performs identification operations on the encrypted </a:t>
            </a:r>
            <a:r>
              <a:rPr lang="en-US" sz="3200" dirty="0" err="1">
                <a:latin typeface="Aptos Display" panose="020B0004020202020204" pitchFamily="34" charset="0"/>
              </a:rPr>
              <a:t>datadase</a:t>
            </a:r>
            <a:r>
              <a:rPr lang="en-US" sz="3200" dirty="0">
                <a:latin typeface="Aptos Display" panose="020B0004020202020204" pitchFamily="34" charset="0"/>
              </a:rPr>
              <a:t> and returns the results to the database owner.</a:t>
            </a:r>
          </a:p>
        </p:txBody>
      </p:sp>
    </p:spTree>
    <p:extLst>
      <p:ext uri="{BB962C8B-B14F-4D97-AF65-F5344CB8AC3E}">
        <p14:creationId xmlns:p14="http://schemas.microsoft.com/office/powerpoint/2010/main" val="42590875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9204D-DF32-AB36-87FE-FC0C5A7E61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2" y="0"/>
            <a:ext cx="5199517" cy="1175657"/>
          </a:xfrm>
        </p:spPr>
        <p:txBody>
          <a:bodyPr>
            <a:normAutofit/>
          </a:bodyPr>
          <a:lstStyle/>
          <a:p>
            <a:r>
              <a:rPr lang="en-US" dirty="0">
                <a:latin typeface="Arial Black" panose="020B0A04020102020204" pitchFamily="34" charset="0"/>
              </a:rPr>
              <a:t>Existing system: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86D2EB-B563-E7D1-A64A-0E934CC30F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2" y="1240970"/>
            <a:ext cx="10018713" cy="4920344"/>
          </a:xfrm>
        </p:spPr>
        <p:txBody>
          <a:bodyPr>
            <a:normAutofit fontScale="92500" lnSpcReduction="20000"/>
          </a:bodyPr>
          <a:lstStyle/>
          <a:p>
            <a:r>
              <a:rPr lang="en-US" sz="3600" dirty="0">
                <a:latin typeface="Aptos Display" panose="020B0004020202020204" pitchFamily="34" charset="0"/>
              </a:rPr>
              <a:t>Recently some biometric schemes have been proposed.</a:t>
            </a:r>
          </a:p>
          <a:p>
            <a:r>
              <a:rPr lang="en-US" sz="3600" dirty="0">
                <a:latin typeface="Aptos Display" panose="020B0004020202020204" pitchFamily="34" charset="0"/>
              </a:rPr>
              <a:t>Face recognition method is designed by measuring the similarity b/w sorted index numbers.</a:t>
            </a:r>
          </a:p>
          <a:p>
            <a:r>
              <a:rPr lang="en-US" sz="3600" dirty="0">
                <a:latin typeface="Aptos Display" panose="020B0004020202020204" pitchFamily="34" charset="0"/>
              </a:rPr>
              <a:t>Finger code identification based on Homomorphic encryption technique.</a:t>
            </a:r>
          </a:p>
          <a:p>
            <a:r>
              <a:rPr lang="en-US" sz="3600" dirty="0">
                <a:latin typeface="Aptos Display" panose="020B0004020202020204" pitchFamily="34" charset="0"/>
              </a:rPr>
              <a:t>Iris scan it is computationally infeasible for a malicious user to impersonate as an honest user.</a:t>
            </a:r>
          </a:p>
          <a:p>
            <a:r>
              <a:rPr lang="en-US" sz="3600" dirty="0">
                <a:latin typeface="Aptos Display" panose="020B0004020202020204" pitchFamily="34" charset="0"/>
              </a:rPr>
              <a:t>To reduce the efficiency Evans proposed a novel protocol</a:t>
            </a:r>
          </a:p>
          <a:p>
            <a:pPr marL="0" indent="0">
              <a:buNone/>
            </a:pPr>
            <a:r>
              <a:rPr lang="en-US" sz="3600" dirty="0">
                <a:latin typeface="Aptos Display" panose="020B0004020202020204" pitchFamily="34" charset="0"/>
              </a:rPr>
              <a:t>    which reduces the identification time.</a:t>
            </a:r>
          </a:p>
        </p:txBody>
      </p:sp>
    </p:spTree>
    <p:extLst>
      <p:ext uri="{BB962C8B-B14F-4D97-AF65-F5344CB8AC3E}">
        <p14:creationId xmlns:p14="http://schemas.microsoft.com/office/powerpoint/2010/main" val="11797172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DEA8D6-4FCC-5576-4DE9-1DB74F2686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2025" y="130629"/>
            <a:ext cx="10018713" cy="506185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>
                <a:latin typeface="Bernard MT Condensed" panose="02050806060905020404" pitchFamily="18" charset="0"/>
              </a:rPr>
              <a:t>Face Recognition:</a:t>
            </a:r>
          </a:p>
          <a:p>
            <a:pPr marL="0" indent="0">
              <a:buNone/>
            </a:pPr>
            <a:endParaRPr lang="en-US" sz="3600" dirty="0">
              <a:latin typeface="Aptos Display" panose="020B0004020202020204" pitchFamily="34" charset="0"/>
            </a:endParaRPr>
          </a:p>
          <a:p>
            <a:pPr marL="0" indent="0">
              <a:buNone/>
            </a:pPr>
            <a:endParaRPr lang="en-US" sz="3600" dirty="0">
              <a:latin typeface="Aptos Display" panose="020B0004020202020204" pitchFamily="34" charset="0"/>
            </a:endParaRPr>
          </a:p>
          <a:p>
            <a:pPr marL="0" indent="0">
              <a:buNone/>
            </a:pPr>
            <a:endParaRPr lang="en-US" sz="3600" dirty="0">
              <a:latin typeface="Aptos Display" panose="020B0004020202020204" pitchFamily="34" charset="0"/>
            </a:endParaRPr>
          </a:p>
          <a:p>
            <a:pPr marL="0" indent="0">
              <a:buNone/>
            </a:pPr>
            <a:endParaRPr lang="en-US" sz="3600" dirty="0">
              <a:latin typeface="Aptos Display" panose="020B0004020202020204" pitchFamily="34" charset="0"/>
            </a:endParaRPr>
          </a:p>
          <a:p>
            <a:pPr marL="0" indent="0">
              <a:buNone/>
            </a:pPr>
            <a:endParaRPr lang="en-US" sz="3600" dirty="0">
              <a:latin typeface="Aptos Display" panose="020B0004020202020204" pitchFamily="34" charset="0"/>
            </a:endParaRPr>
          </a:p>
          <a:p>
            <a:pPr marL="0" indent="0">
              <a:buNone/>
            </a:pPr>
            <a:endParaRPr lang="en-US" sz="3600" dirty="0">
              <a:latin typeface="Aptos Display" panose="020B00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186C67A-3702-53FB-E2F4-BB190D4392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400" y="924666"/>
            <a:ext cx="7151914" cy="483312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9167CFC-2D05-AABE-C9C4-596BDEF621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8400" y="1317172"/>
            <a:ext cx="3188327" cy="4440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61698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CADF5-F2CE-4DFC-F086-2740622891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1FC8163-C01F-DA7A-DD98-791F77B31A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68286" y="388953"/>
            <a:ext cx="9078686" cy="2495761"/>
          </a:xfr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7FE68BA-5567-97FE-9A14-944D26DB74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8286" y="3331029"/>
            <a:ext cx="9078685" cy="3026228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07DB66C-42BC-7FC2-6979-5999A53478D1}"/>
              </a:ext>
            </a:extLst>
          </p:cNvPr>
          <p:cNvSpPr/>
          <p:nvPr/>
        </p:nvSpPr>
        <p:spPr>
          <a:xfrm flipV="1">
            <a:off x="2068286" y="3189515"/>
            <a:ext cx="1632857" cy="14151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857367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BC985-5C15-01E6-64CB-936C0D0EA7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2" y="152401"/>
            <a:ext cx="4862060" cy="609600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Bodoni MT Black" panose="02070A03080606020203" pitchFamily="18" charset="0"/>
              </a:rPr>
              <a:t>Proposed system: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1B69B4-42FB-C7CC-70FC-914BC5E2AF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012371"/>
            <a:ext cx="10018713" cy="4778829"/>
          </a:xfrm>
        </p:spPr>
        <p:txBody>
          <a:bodyPr>
            <a:normAutofit fontScale="70000" lnSpcReduction="20000"/>
          </a:bodyPr>
          <a:lstStyle/>
          <a:p>
            <a:r>
              <a:rPr lang="en-US" sz="3600" dirty="0">
                <a:latin typeface="Aptos Display" panose="020B0004020202020204" pitchFamily="34" charset="0"/>
              </a:rPr>
              <a:t>We propose a solution that uses homomorphic encryption. Secure multi-party computation is also used.</a:t>
            </a:r>
          </a:p>
          <a:p>
            <a:r>
              <a:rPr lang="en-US" sz="3600" dirty="0">
                <a:latin typeface="Aptos Display" panose="020B0004020202020204" pitchFamily="34" charset="0"/>
              </a:rPr>
              <a:t>Identification is performed on encrypted data. This preserves privacy and maintains efficiency.</a:t>
            </a:r>
          </a:p>
          <a:p>
            <a:pPr marL="0" indent="0">
              <a:buNone/>
            </a:pPr>
            <a:r>
              <a:rPr lang="en-US" sz="3600" dirty="0">
                <a:latin typeface="Aptos Display" panose="020B0004020202020204" pitchFamily="34" charset="0"/>
              </a:rPr>
              <a:t>       Homomorphic Encryption</a:t>
            </a:r>
          </a:p>
          <a:p>
            <a:pPr marL="0" indent="0">
              <a:buNone/>
            </a:pPr>
            <a:r>
              <a:rPr lang="en-US" sz="3600" dirty="0">
                <a:latin typeface="Aptos Display" panose="020B0004020202020204" pitchFamily="34" charset="0"/>
              </a:rPr>
              <a:t>         enables computation on encrypted data.</a:t>
            </a:r>
          </a:p>
          <a:p>
            <a:pPr marL="0" indent="0">
              <a:buNone/>
            </a:pPr>
            <a:r>
              <a:rPr lang="en-US" sz="3600" dirty="0">
                <a:latin typeface="Aptos Display" panose="020B0004020202020204" pitchFamily="34" charset="0"/>
              </a:rPr>
              <a:t>       Secure Multi-party Computation</a:t>
            </a:r>
          </a:p>
          <a:p>
            <a:pPr marL="0" indent="0">
              <a:buNone/>
            </a:pPr>
            <a:r>
              <a:rPr lang="en-US" sz="3600" dirty="0">
                <a:latin typeface="Aptos Display" panose="020B0004020202020204" pitchFamily="34" charset="0"/>
              </a:rPr>
              <a:t>        Protects data during processing.</a:t>
            </a:r>
          </a:p>
          <a:p>
            <a:pPr marL="0" indent="0">
              <a:buNone/>
            </a:pPr>
            <a:r>
              <a:rPr lang="en-US" sz="3600" dirty="0">
                <a:latin typeface="Aptos Display" panose="020B0004020202020204" pitchFamily="34" charset="0"/>
              </a:rPr>
              <a:t>        Encrypted identification</a:t>
            </a:r>
          </a:p>
          <a:p>
            <a:pPr marL="0" indent="0">
              <a:buNone/>
            </a:pPr>
            <a:r>
              <a:rPr lang="en-US" sz="3600" dirty="0">
                <a:latin typeface="Aptos Display" panose="020B0004020202020204" pitchFamily="34" charset="0"/>
              </a:rPr>
              <a:t>          Performs matching without decryption</a:t>
            </a:r>
          </a:p>
          <a:p>
            <a:pPr marL="0" indent="0">
              <a:buNone/>
            </a:pPr>
            <a:r>
              <a:rPr lang="en-US" sz="3600" dirty="0">
                <a:latin typeface="Aptos Display" panose="020B0004020202020204" pitchFamily="34" charset="0"/>
              </a:rPr>
              <a:t>  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6378A37-F993-7107-17DB-A70601D80ADD}"/>
              </a:ext>
            </a:extLst>
          </p:cNvPr>
          <p:cNvSpPr/>
          <p:nvPr/>
        </p:nvSpPr>
        <p:spPr>
          <a:xfrm>
            <a:off x="1484310" y="2579914"/>
            <a:ext cx="402772" cy="39188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600FB5B-61EB-CB3D-DC44-BEDB6BED9D07}"/>
              </a:ext>
            </a:extLst>
          </p:cNvPr>
          <p:cNvSpPr/>
          <p:nvPr/>
        </p:nvSpPr>
        <p:spPr>
          <a:xfrm>
            <a:off x="1451654" y="3439887"/>
            <a:ext cx="402772" cy="4136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46C3D81-8F27-EDE6-C6F5-582B63984378}"/>
              </a:ext>
            </a:extLst>
          </p:cNvPr>
          <p:cNvSpPr/>
          <p:nvPr/>
        </p:nvSpPr>
        <p:spPr>
          <a:xfrm>
            <a:off x="1484310" y="4332514"/>
            <a:ext cx="402772" cy="41365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3284288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FA0F78-74A2-04A2-819D-09C7FD0AA5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457201"/>
            <a:ext cx="10018713" cy="53340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4000" dirty="0">
                <a:latin typeface="Algerian" panose="04020705040A02060702" pitchFamily="82" charset="0"/>
              </a:rPr>
              <a:t>Advantages</a:t>
            </a:r>
          </a:p>
          <a:p>
            <a:r>
              <a:rPr lang="en-US" sz="3600" dirty="0">
                <a:latin typeface="Bahnschrift Light" panose="020B0502040204020203" pitchFamily="34" charset="0"/>
              </a:rPr>
              <a:t>Can resist the collusion attack launched by the users.</a:t>
            </a:r>
          </a:p>
          <a:p>
            <a:r>
              <a:rPr lang="en-US" sz="3600" dirty="0">
                <a:latin typeface="Bahnschrift Light" panose="020B0502040204020203" pitchFamily="34" charset="0"/>
              </a:rPr>
              <a:t>Attackers can only observe the encrypted data stored in the cloud. In order to avoid the well-known cipher text-only attack.</a:t>
            </a:r>
          </a:p>
          <a:p>
            <a:pPr marL="0" indent="0">
              <a:buNone/>
            </a:pPr>
            <a:r>
              <a:rPr lang="en-US" sz="4000" dirty="0">
                <a:latin typeface="Algerian" panose="04020705040A02060702" pitchFamily="82" charset="0"/>
              </a:rPr>
              <a:t>Disadvantages</a:t>
            </a:r>
            <a:endParaRPr lang="en-US" sz="3600" dirty="0">
              <a:latin typeface="Bookman Old Style" panose="02050604050505020204" pitchFamily="18" charset="0"/>
            </a:endParaRPr>
          </a:p>
          <a:p>
            <a:r>
              <a:rPr lang="en-US" sz="3600" dirty="0">
                <a:latin typeface="Bahnschrift Light" panose="020B0502040204020203" pitchFamily="34" charset="0"/>
              </a:rPr>
              <a:t>Data collection and storage challenges.</a:t>
            </a:r>
          </a:p>
          <a:p>
            <a:r>
              <a:rPr lang="en-US" sz="3600" dirty="0">
                <a:latin typeface="Bahnschrift Light" panose="020B0502040204020203" pitchFamily="34" charset="0"/>
              </a:rPr>
              <a:t>Lack of standardization.</a:t>
            </a:r>
          </a:p>
        </p:txBody>
      </p:sp>
    </p:spTree>
    <p:extLst>
      <p:ext uri="{BB962C8B-B14F-4D97-AF65-F5344CB8AC3E}">
        <p14:creationId xmlns:p14="http://schemas.microsoft.com/office/powerpoint/2010/main" val="13242680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7BED73-BF82-F4A6-8C55-9B5542D164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16967" y="925287"/>
            <a:ext cx="10018713" cy="5203371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sz="4400" dirty="0">
                <a:latin typeface="Arial Black" panose="020B0A04020102020204" pitchFamily="34" charset="0"/>
              </a:rPr>
              <a:t>System Requirements</a:t>
            </a:r>
          </a:p>
          <a:p>
            <a:r>
              <a:rPr lang="en-US" sz="4400" dirty="0">
                <a:latin typeface="Aptos Display" panose="020B0004020202020204" pitchFamily="34" charset="0"/>
              </a:rPr>
              <a:t>H/w system configuration:-</a:t>
            </a:r>
          </a:p>
          <a:p>
            <a:r>
              <a:rPr lang="en-US" sz="3600" dirty="0">
                <a:latin typeface="Aptos Display" panose="020B0004020202020204" pitchFamily="34" charset="0"/>
              </a:rPr>
              <a:t>RAM -4GB</a:t>
            </a:r>
          </a:p>
          <a:p>
            <a:r>
              <a:rPr lang="en-US" sz="3600" dirty="0">
                <a:latin typeface="Aptos Display" panose="020B0004020202020204" pitchFamily="34" charset="0"/>
              </a:rPr>
              <a:t>Processor Pentium  -  IV</a:t>
            </a:r>
          </a:p>
          <a:p>
            <a:r>
              <a:rPr lang="en-US" sz="3600" dirty="0">
                <a:latin typeface="Aptos Display" panose="020B0004020202020204" pitchFamily="34" charset="0"/>
              </a:rPr>
              <a:t>Hard disk – 20GB</a:t>
            </a:r>
          </a:p>
          <a:p>
            <a:r>
              <a:rPr lang="en-US" sz="4400" dirty="0">
                <a:latin typeface="Aptos Display" panose="020B0004020202020204" pitchFamily="34" charset="0"/>
              </a:rPr>
              <a:t>S/w Requirements:-</a:t>
            </a:r>
          </a:p>
          <a:p>
            <a:r>
              <a:rPr lang="en-US" sz="3600" dirty="0">
                <a:latin typeface="Aptos Display" panose="020B0004020202020204" pitchFamily="34" charset="0"/>
              </a:rPr>
              <a:t>Operating system – Windows</a:t>
            </a:r>
          </a:p>
          <a:p>
            <a:r>
              <a:rPr lang="en-US" sz="3600" dirty="0">
                <a:latin typeface="Aptos Display" panose="020B0004020202020204" pitchFamily="34" charset="0"/>
              </a:rPr>
              <a:t>Coding language – Java</a:t>
            </a:r>
          </a:p>
          <a:p>
            <a:r>
              <a:rPr lang="en-US" sz="3600" dirty="0">
                <a:latin typeface="Aptos Display" panose="020B0004020202020204" pitchFamily="34" charset="0"/>
              </a:rPr>
              <a:t>Front End – J2EE</a:t>
            </a:r>
          </a:p>
          <a:p>
            <a:r>
              <a:rPr lang="en-US" sz="3600" dirty="0">
                <a:latin typeface="Aptos Display" panose="020B0004020202020204" pitchFamily="34" charset="0"/>
              </a:rPr>
              <a:t>Back End – My </a:t>
            </a:r>
            <a:r>
              <a:rPr lang="en-US" sz="3600" dirty="0" err="1">
                <a:latin typeface="Aptos Display" panose="020B0004020202020204" pitchFamily="34" charset="0"/>
              </a:rPr>
              <a:t>Sql</a:t>
            </a:r>
            <a:endParaRPr lang="en-US" sz="3600" dirty="0">
              <a:latin typeface="Aptos Display" panose="020B0004020202020204" pitchFamily="34" charset="0"/>
            </a:endParaRPr>
          </a:p>
          <a:p>
            <a:endParaRPr lang="en-US" sz="4400" dirty="0">
              <a:latin typeface="Aptos Display" panose="020B0004020202020204" pitchFamily="34" charset="0"/>
            </a:endParaRPr>
          </a:p>
          <a:p>
            <a:endParaRPr lang="en-US" sz="3600" dirty="0"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05907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C402811-3298-5DD4-3A07-BB746ADEFC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007659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122</TotalTime>
  <Words>312</Words>
  <Application>Microsoft Office PowerPoint</Application>
  <PresentationFormat>Widescreen</PresentationFormat>
  <Paragraphs>52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22" baseType="lpstr">
      <vt:lpstr>Algerian</vt:lpstr>
      <vt:lpstr>Aptos Display</vt:lpstr>
      <vt:lpstr>Arial</vt:lpstr>
      <vt:lpstr>Arial Black</vt:lpstr>
      <vt:lpstr>Arial Rounded MT Bold</vt:lpstr>
      <vt:lpstr>Bahnschrift Light</vt:lpstr>
      <vt:lpstr>Berlin Sans FB Demi</vt:lpstr>
      <vt:lpstr>Bernard MT Condensed</vt:lpstr>
      <vt:lpstr>Bodoni MT Black</vt:lpstr>
      <vt:lpstr>Bookman Old Style</vt:lpstr>
      <vt:lpstr>Corbel</vt:lpstr>
      <vt:lpstr>Parallax</vt:lpstr>
      <vt:lpstr>AN EFFICIENT AND PRIVACY-PRESERVING BIOMETRIC MECHANISM IN CLOUD COMPUTING</vt:lpstr>
      <vt:lpstr>Introduction: </vt:lpstr>
      <vt:lpstr>Abstraction:</vt:lpstr>
      <vt:lpstr>Existing system:</vt:lpstr>
      <vt:lpstr>PowerPoint Presentation</vt:lpstr>
      <vt:lpstr>PowerPoint Presentation</vt:lpstr>
      <vt:lpstr>Proposed system: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Tanuja Mupparaju</dc:creator>
  <cp:lastModifiedBy>Tanuja Mupparaju</cp:lastModifiedBy>
  <cp:revision>1</cp:revision>
  <dcterms:created xsi:type="dcterms:W3CDTF">2025-02-09T03:29:27Z</dcterms:created>
  <dcterms:modified xsi:type="dcterms:W3CDTF">2025-02-09T05:31:54Z</dcterms:modified>
</cp:coreProperties>
</file>